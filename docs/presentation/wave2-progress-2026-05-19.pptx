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1097280"/>
            <a:ext cx="731520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4023360"/>
            <a:ext cx="731520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Selected-pair 公開軌道資料模擬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wave 2 進度報告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客戶技術審查與專案進度報告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1605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C7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2026-05-19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C7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版本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2026-05-19 進度快照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這份簡報怎麼讀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Deck 結構與閱讀路徑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段 (slide 4–8)：站點識別 — 圓點意義、篩選、命名、資訊卡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 段 (slide 10–16)：Selected-pair 解讀 — 衛星篩選、軌跡、連線、CSV、Rain rate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 段 (slide 18–21)：公開軌道資料模擬 (TLE-first) 已落地、開發中、可驗證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 段 (slide 23–25)：可信度說明 + 外部來源索引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 (slide 26)：工程驗證依據,非外部來源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所有數字 / 來源 claim 追溯到外部資料、SDD、spike 報告或本地 code path。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常用名詞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名詞快查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名詞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一句話說明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Selected-pair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選兩個地面站,算出兩站之間共同可見的衛星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TLE / SATCAT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公開衛星軌道兩行參數 / 衛星名冊;推算衛星位置與身份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SGP4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TLE 推算衛星位置的標準軌道模型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EIRP / RSRP / T_sys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等效全向輻射功率 / 接收功率指標 / 系統噪聲溫度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外部來源 [2] CelesTrak;連線參數定義見 [3] 3GPP TR 38.811 / 38.821。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274320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4630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2C7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828800" y="18288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站點識別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6517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圓點顏色 / 篩選條件 / 命名 / 資訊卡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圓點顏色與大小代表什麼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站點標記規則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"/>
                <a:gridCol w="320040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等級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站數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一般圓點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Selected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三軌能力 (tri)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22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綠色 r5.5;目前少數,加 pink outline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綠色 r8 + yellow outline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雙軌能力 (dual)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47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藍色 r4.5 + dark outline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藍色 r6.5 + yellow outline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274320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pink outline 套在「目前站數較少的能力等級」;現在 tri (22) &lt; dual (47)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資料庫目前無「完全無相容 pair」站,故無第三種樣式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圓點只表示 handover capability;資料來源等級仍在資訊卡與右側面板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外部來源 [1][6]-[10];live 計算自 src/features/multi-station-selector/station-compatibility.ts。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篩選器代表什麼 + Band 是什麼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站點篩選條件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02336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群組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Orbit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LEO / MEO / GEO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公開揭露支援的軌道類別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Handover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2-orbit / 3-orbit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兩站可共同切換的軌道類別數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Region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Africa / Asia / Europe / N. America / Oceania / Antarctic / Arctic / S. America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資料庫 region 欄位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Band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 / Ku / C / X / S / L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公開揭露支援的 RF 頻段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3832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Orbit / Band / Region 是資料庫欄位篩選;Handover 是相容 pair 推導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不等於實際服務證明;不代表營運商已驗證 routing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外部來源 [1][6]-[10] 公開站點資料庫。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為什麼不用國家命名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站點命名規則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同國可有多個 operator 與多個 station site;同 operator network 可跨國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展示系統需唯一 physical endpoint 做 routing / screenshot / pair URL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命名依據:operator service page、station public page、Wikipedia / Wikidata、FCC / ITU filing、World Teleport Association、產業 press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欄位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作用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穩定路由鍵;通常為 operator-family + site/locality slug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name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使用者看到的 public station / teleport / gateway 名稱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operator / operatorFamily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network ownership 與 pair tier 推論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country / region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篩選脈絡,不是 endpoint identity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外部來源 [1][6]-[10]。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點開單一站點後,能看到什麼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站點資訊卡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675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顯示區塊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標題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station / teleport / gateway display name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欄位清單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operator、operatorFamily、country、region、座標、軌道、頻段、揭露精度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 / 備註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primaryUseCase + publicDisclosureNotes 公開資料摘要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來源連結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source · sourceTier,連到資料庫 primary URL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操作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Select as Station A/B;已選 pair 顯示 source tier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2461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每站點都有一個 primary public source;只收公開可佐證 ≥ 2 軌道類別的站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座標依 disclosurePrecision 可能是 exact 或鄉鎮 / 營運商家族區域代表座標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elevationM / terrainMaskDeg 已寫入資料庫,目前還不顯示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Non-claim:不驗證 commercial routing、private service、實際流量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外部來源 [1][5][6]-[10]。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274320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4630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2C7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828800" y="182880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Selected-pair 解讀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26517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衛星篩選 / 軌跡 / 連線 / CSV / Rain rate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候選衛星怎麼挑出來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Selected-pair 衛星篩選 (1)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階段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Pair input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站點 id、座標、軌道、頻段來自公開資料庫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Orbit filter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取兩站共同揭露軌道:LEO / MEO / GEO intersection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TLE pool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CelesTrak GP TLE snapshot;SATCAT 補 constellation / operator 脈絡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Compute cap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互動運算目前每軌道類別最多 60 筆 TLE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Geometry filter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SGP4 propagation + station geometry;門檻 10° 仰角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520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取樣 cadence:LEO 30 s、MEO 60 s、GEO 120 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Pair filter:同顆衛星須同時對 A/B 形成重疊可視窗才入選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外部來源 [1] 站點資料庫、[2] CelesTrak。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為什麼畫面最後只強調幾顆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Selected-pair 衛星篩選 (2) · 顯示取捨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第一輪候選可能多顆;畫面分層級避免擁擠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資料層:保留所有 pair visibility 衛星 + handover target + continuity id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服務衛星:replay 當下由 cross-orbit-live policy 選出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視覺強調:active / continuity 用較明顯模型;其他降低權重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Labels:最多前 6 個;active / candidate / continuity 保留 label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Uplink / downlink pulses:只跟目前 active link 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視覺呈現邏輯,非資料層篩選。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衛星軌跡的真實性層次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Selected-pair 軌跡與可視窗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層次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真實公開資料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衛星身份、NORAD / COSPAR、TLE 兩行軌道 (CelesTrak)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開源推導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SGP4 取樣位置、WGS84 仰角計算、A/B 重疊區段 → pair visibility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Display-only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camera framing、altitude compression、label density、generic mesh、lane placement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274320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Scene actor set = pair visibility + handover target + continuity id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排序:active link 優先 → 最早可視窗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 pair 無可視窗:不補 fake satellite、不補 fake active link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外部來源 [1][2][6]-[10]。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連線數字的來源分層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Selected-pair 連線與傳輸模型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Surface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解讀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Active satellite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pair visibility 候選交 cross-orbit-live policy 選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Uplink / downlink lines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幾何端點:A → satellite → B;方向為視覺呈現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Moving packets / pulses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純視覺節奏,非 packet capture / traffic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Handover reason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依仰角、剩餘可視時間、latency、jitter、relative RSRP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3375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Latency:用斜距推估 one-way 延遲;依 3GPP TR 38.811 §6.7 [3]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Throughput / jitter / rain impact:FSPL + gas + rain attenuation 模型;非實測 [3][4]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模型輸出,非營運商實測。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對外可以怎麼說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Selected-pair 真實性邊界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675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真實公開資料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站點身份 / 精度 / source、TLE 衛星身份、NORAD / COSPAR、SATCAT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開源推導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satellite 取樣位置、可視窗、pair intersection、候選 set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模型估算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active 選擇、handover、latency、jitter、throughput、rain、comm time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純視覺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uplink/downlink pulses、display lane、camera、label、generic mesh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不可宣稱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營運商實測 telemetry、實測 packet flow、congestion、private gateway、commercial routing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缺口:EIRP、bandwidth、T_sys、完整大氣 grid 仍待確認來源 [3][4][5]。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CSV 怎麼讀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Download CSV 稽核資料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394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解讀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模擬運算摘要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A/B、window、shared orbits、來源等級、座標精度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站點精度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座標精度標籤、raw lat/lon、畫面位置是否等於 source truth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TLE 來源清單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CelesTrak path、record counts、cap、parse health、epoch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衛星 / 可視窗 / 通訊 / 模型 / 視覺轉換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依各 section 對應右側面板與 non-claim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1089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讀法:來源等級與座標精度 → TLE manifest 是否 fresh / capped → 衛星脈絡對照右側面板 → Non-claim 收尾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Non-claim:CSV 是稽核資料,非 packet capture / operator telemetry / commercial routing 證據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外部來源 [1][2][3][4]。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/ 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為什麼只開放 Rain rate slider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Rain rate 控制重點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Station pair、time window、TLE pool、orbit support 是 selected-pair 來源輸入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Slider 可在不改站點與 TLE 真實值的前提下展示 weather fade 壓力測試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限制範圍的模型輸入 → 不會把使用者搞混來源資料與假設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2316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675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影響範圍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解讀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不會改變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站點座標、衛星身份、TLE 推算、可視窗、候選池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直接影響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ITU-R P.618 rain attenuation、Ku/Ka 模型 throughput / jitter [4]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可能連帶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active 衛星、comm time、handover count 隨 link score 變動 [3][4]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外部來源 [4] ITU-R P.618 / P.838。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 / 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274320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4630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2C7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828800" y="182880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公開軌道資料模擬 — 狀態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828800" y="26517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TLE-first · 目標 / 已完成 / 開發中 / 可驗證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 / 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TLE-first 是什麼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公開軌道資料模擬目標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衛星身份與軌道先用公開 TLE / SATCAT 資料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後用模型推導可視窗、連線選擇、天候影響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不是營運商實測;不是真實封包紀錄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231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目前做法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衛星是否真實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 CelesTrak GP / SATCAT 公開身份與軌道 [2]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軌跡怎麼來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SGP4 依 TLE 推算 + 站點座標計算可視窗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連線數字怎麼來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latency、throughput、jitter、handover 是模型估算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缺資料怎麼處理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EIRP / bandwidth / T_sys 未確認時顯示 unavailable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目前只可說「基礎能力已建立」;完整前後比較畫面仍在開發中(F9 forthcoming)。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 / 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已落地的基礎能力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目前已完成基礎</a:t>
            </a:r>
            <a:endParaRPr lang="en-US" sz="1100" dirty="0"/>
          </a:p>
        </p:txBody>
      </p:sp>
      <p:pic>
        <p:nvPicPr>
          <p:cNvPr id="6" name="Image 0" descr="/home/u24/papers/scenario-globe-viewer/docs/presentation/wave2-progress-2026-05-19-assets/current-selected-pair-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14400"/>
            <a:ext cx="3840480" cy="3108960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914400"/>
          <a:ext cx="44348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017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已完成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意義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TLE / SATCAT path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衛星來源可追溯 [2]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來源欄位 / non-claim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+ 右側面板可追資料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Elevation prep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69 站點高度 / horizon mask 欄位 [1][5]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Slice-0 baseline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組路徑值固定為比較基準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Perf spike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LEO 200 @ 30 s p95 391.2 ms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Refresh 走 build-step / manifest path;runtime hot path 不抓網路。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 / 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開發中 + 待確認條件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仍在開發與待確認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412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93192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要完成什麼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待確認條件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站點高度 / 地形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elevationM / terrainMaskDeg 接到可視窗、雨衰、右側第 6 列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程式尚未接讀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候選量與 policy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LEO 200 cap @ 30 s、cap disclosure、policy selector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200 + 10 s 尚未通過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視覺證據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TLE freshness、active badge、pre/post comparison shell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比較證據尚未完成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RSRP / throughput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EIRP / bandwidth / T_sys / Shannon throughput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來源未確認則 unavailable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大氣 / 雨量格點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cloud、scintillation、rain height、rain climatology grid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 ITU-R grid 政策 [4]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外部來源 [4] ITU-R;對應 SDD §7 Slice F1–F9。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 / 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可引用的 baseline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目前可驗證證據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證據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可對外說法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目前畫面截圖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selected-pair route 已顯示來源、模型揭露、CSV audit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代表路徑基準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組路徑右側面板第 3 / 5 / 6 列值已固定為基準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效能證據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LEO 60 + 10 s PASS;LEO 200 + 30 s PASS;LEO 200 + 10 s FAIL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來源脈絡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Station / TLE / SATCAT / CSV 可交叉檢查 [1][2]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比較畫面邊界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前後比較畫面仍在開發中;不可宣稱已完成比較驗證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來源:slice-0 §6.2 baseline + 2026-05-19 重新擷取的 screenshot。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 / 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274320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4630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2C76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828800" y="182880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資料可信度 + 外部來源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828800" y="26517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怎麼分辨公開 / 模型 / 視覺 + 引用列表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 / 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報告時怎麼分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資料可信度說明</a:t>
            </a:r>
            <a:endParaRPr lang="en-US" sz="1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92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可解讀方式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Station card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公開資料庫 + source link;座標可能為 exact 或代表座標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Download CSV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稽核資料,非實測 telemetry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Rain rate slider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模型控制參數,非實測天氣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Satellite scene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衛星身份與位置來自公開 TLE 推導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數值指標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除明確標 source-derived 外,皆為模型估算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2461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不宣稱:營運商實測 telemetry、實測 throughput / jitter / congestion、private gateway schedule、commercial routing、runtime Internet refresh、營運商已驗證 station-to-station service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缺必要來源 → 顯示 unavailable / pending,不靜默補值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對應 markdown 完整版 Slide 18 資料可信度說明。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 / 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參考資料 — 站點公開來源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外部來源 (1/2)</a:t>
            </a:r>
            <a:endParaRPr lang="en-US" sz="11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589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Ref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Source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[1]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Operator network:KSAT Global、SES O3b mPOWER、Intelsat teleport chart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[6]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GEO/LEO/MEO operator:Eutelsat GEO-LEO、Telesat、SES gateway update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[7]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Teleport profile:World Teleport Association、USEI、SANSA、NRCan Inuvik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[8]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filing:FCC IBFS SES-LIC-20130124-00089;公開設施地址清單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[9]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geospatial:Wikipedia / Wikidata — Svalbard、Troll、Tromso、Awarua、Fuchsstadt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[10]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Press / news:Orange Martinique、Speedcast Cali、SpaceNews Peru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 URL 列於 markdown 完整版 wave2-progress-2026-05-19.md Slide 19–20。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 / 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參考資料 — 衛星、標準與地形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外部來源 (2/2)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589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Ref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Source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[2]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CelesTrak public GP / SATCAT — celestrak.org/NORAD/elements/gp.php + satcat.csv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[3]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3GPP TR 38.811、TR 38.821 — 3gpp.org/ftp/Specs/archive/38_series/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[4]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ITU-R P.618 / P.676 / P.838 / P.835 / P.837 / P.839 / P.840 / S.1528 / S.465 via itu.int/rec/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[5]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Terrain — NASA/USGS SRTM 1″ DEM via earthexplorer.usgs.gov;Open-Elevation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 URL 列於 markdown 完整版。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 / 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3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731520"/>
          </a:xfrm>
          <a:prstGeom prst="rect">
            <a:avLst/>
          </a:prstGeom>
          <a:solidFill>
            <a:srgbClr val="F2C76A"/>
          </a:solidFill>
          <a:ln w="12700">
            <a:solidFill>
              <a:srgbClr val="F2C7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 — 工程驗證依據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389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非外部引用來源;本檔內部 SDD / spike / code 對照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4846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multi-orbit-public-registry-sources.md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站點 URL / source snippet / coordinate / capability evidence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tle-first-fidelity-uplift.md §7 / §11 / §12.1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待開發、風險、spike gate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slice-0-baseline.md §6.2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組代表路徑右側面板基準值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spike-S1-cap-cadence-perf.md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LEO cap / cadence p95 測試結果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runtime-projection-csv.ts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Download CSV 欄位與稽核匯出格式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runtime-data-completeness.ts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來源脈絡 / non-claim / 缺資料狀態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t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4759452"/>
            <a:ext cx="841248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47960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此頁列內部專案文件路徑,非外部引用來源。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321040" y="47960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Selected-pair 公開軌道資料模擬 — wave 2 進度報告</dc:title>
  <dc:subject>PptxGenJS Presentation</dc:subject>
  <dc:creator>scenario-globe-viewer</dc:creator>
  <cp:lastModifiedBy>scenario-globe-viewer</cp:lastModifiedBy>
  <cp:revision>1</cp:revision>
  <dcterms:created xsi:type="dcterms:W3CDTF">2026-05-19T06:45:22Z</dcterms:created>
  <dcterms:modified xsi:type="dcterms:W3CDTF">2026-05-19T06:45:22Z</dcterms:modified>
</cp:coreProperties>
</file>